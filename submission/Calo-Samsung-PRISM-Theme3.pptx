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Tomorrow" panose="020B0604020202020204" charset="0"/>
      <p:regular r:id="rId10"/>
    </p:embeddedFont>
    <p:embeddedFont>
      <p:font typeface="Tomorrow Bold" panose="020B0604020202020204" charset="0"/>
      <p:regular r:id="rId11"/>
    </p:embeddedFont>
    <p:embeddedFont>
      <p:font typeface="Tomorrow Semi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570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4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Calo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02147"/>
            <a:ext cx="10868745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Teach your phone a task once. Say it again, and it does it.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661475" y="2945507"/>
            <a:ext cx="10868745" cy="65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30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Samsung PRISM GenAI Hackathon · Theme 3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Team: Patiala Babes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80831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61615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08563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The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4561086"/>
            <a:ext cx="1086874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Voice assistants only do what developers pre-wired. They can set a timer, but not "order my usual Friday pizza" — nobody shipped an integration for that, and there are millions of such tasks. App APIs don't exist for most apps; scripted automation breaks the moment a screen changes.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01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Calo Does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03" y="1888827"/>
            <a:ext cx="9761789" cy="3533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1494" y="4560083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Replay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31494" y="3494939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Learn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2418925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Teach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6353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 app integrations. No SDKs. No scripts written by us. Every flow comes from the user demonstrating it.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194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Architecture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954584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721391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Replay via Accessibility Service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645385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Intent Match + Slots (LLM)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580248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Speech-to-Text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50424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Voice Input</a:t>
            </a:r>
            <a:endParaRPr lang="en-US" sz="1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662811"/>
            <a:ext cx="3587363" cy="66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5380" y="5775920"/>
            <a:ext cx="3310351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Deterministic replay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25380" y="5964734"/>
            <a:ext cx="3310351" cy="2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LLM runs once to parse the sentence. Every tap after that is rule-based — zero network calls during replay.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2117" y="5662811"/>
            <a:ext cx="3587363" cy="66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66022" y="5775920"/>
            <a:ext cx="3310351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Taps stored as descriptions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466022" y="5964734"/>
            <a:ext cx="3310351" cy="2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Element ID, visible text, content description, class, sibling position, surrounding row text — not coordinates.</a:t>
            </a:r>
            <a:endParaRPr lang="en-US" sz="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2758" y="5662811"/>
            <a:ext cx="3587363" cy="66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06664" y="5775920"/>
            <a:ext cx="3310351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Domain logic is pure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8106664" y="5964734"/>
            <a:ext cx="3310351" cy="245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Sequencing, matching, slot resolution, safety gate — no Android dependencies. 295 unit tests.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21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Generalisation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80791"/>
            <a:ext cx="5260050" cy="287139"/>
          </a:xfrm>
          <a:prstGeom prst="roundRect">
            <a:avLst>
              <a:gd name="adj" fmla="val 7899"/>
            </a:avLst>
          </a:prstGeom>
          <a:solidFill>
            <a:srgbClr val="E6E6E5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937445"/>
            <a:ext cx="564282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TAUGHT: "ORDER A MARGHERITA PIZZA FROM DOMINO'S ON ZOMATO"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80555"/>
          <a:ext cx="10868745" cy="2734995"/>
        </p:xfrm>
        <a:graphic>
          <a:graphicData uri="http://schemas.openxmlformats.org/drawingml/2006/table">
            <a:tbl>
              <a:tblPr/>
              <a:tblGrid>
                <a:gridCol w="4347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Input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Outcome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Same words again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Replays exactly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"Get me a margherita from Dominos"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Paraphrase matched — 0.95 confidence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"Order a Farmhouse pizza…"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Slot substitution — different item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"Order pizza"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61615C"/>
                          </a:solidFill>
                          <a:latin typeface="Tomorrow" pitchFamily="34" charset="0"/>
                          <a:ea typeface="Tomorrow" pitchFamily="34" charset="-122"/>
                          <a:cs typeface="Tomorrow" pitchFamily="34" charset="-120"/>
                        </a:rPr>
                        <a:t>Ambiguous — asks which one</a:t>
                      </a:r>
                      <a:endParaRPr lang="en-US" sz="1450" dirty="0">
                        <a:latin typeface="Tomorrow" charset="0"/>
                        <a:ea typeface="Tomorrow" charset="0"/>
                        <a:cs typeface="Tomorrow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534094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item is a named slot, not a fixed step. LLM extracts the value; replay engine searches the live screen. Each step carries meaning — open search, type a term, pick a result, add to cart.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64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Safety: The Credential Boundary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15146"/>
            <a:ext cx="3496877" cy="1996380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10415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Check before every step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512840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Not once at the start. A flow can walk into a password or OTP screen mid-replay — session timeout, "add a card".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915146"/>
            <a:ext cx="3496877" cy="1996380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310415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Fails closed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512840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screen it cannot read is treated as unsafe, not safe. Says aloud: </a:t>
            </a:r>
            <a:r>
              <a:rPr lang="en-US" sz="1450" i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"This screen is asking for something private. Your turn."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915146"/>
            <a:ext cx="3496877" cy="1996380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3104158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Known trade-off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512840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Amazon's home screen advertises "Amazon Pay" — enough to stop us. We took that trade knowingly.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66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We Learned the Hard Way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152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 apps are hostile to automation in specific, discoverable ways.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32365" y="30657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3095228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Jetpack Compose lies about taps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799185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Compose card accepts ACTION_CLICK, returns success, and does nothing. We dispatch a real touch gesture instead.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34025" y="30657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77383" y="309522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 twelve-pixel miss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977383" y="3503910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Tap landed at y=405; the card started at y=417. We were tapping the clickable ancestor. Now we tap the visible label.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35684" y="30657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79042" y="3095228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Two fields, one ID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679042" y="3503910"/>
            <a:ext cx="285117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Zomato gives global search and menu search the same resource ID — differing only by sibling position, which we were discarding.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69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Limitations + Close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235002"/>
            <a:ext cx="283461" cy="283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225576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Teaching on Compose screens is pacing-sensitive; a tap can be dropped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755" y="2235002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28163" y="2225576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Position-among-siblings is structural — a dynamic layout can renumber it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217863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208437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One target app per flow, by design — no cross-app flows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755" y="3217863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828163" y="3208437"/>
            <a:ext cx="47020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 replay history persisted beyond the last run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661475" y="407312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61615C">
              <a:alpha val="50000"/>
            </a:srgbClr>
          </a:solidFill>
          <a:ln/>
        </p:spPr>
      </p:sp>
      <p:sp>
        <p:nvSpPr>
          <p:cNvPr id="12" name="Text 6"/>
          <p:cNvSpPr/>
          <p:nvPr/>
        </p:nvSpPr>
        <p:spPr>
          <a:xfrm>
            <a:off x="944936" y="4571008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Teach your phone a task once. Say it again, and it does it.</a:t>
            </a:r>
            <a:endParaRPr lang="en-US" sz="1450" dirty="0"/>
          </a:p>
        </p:txBody>
      </p:sp>
      <p:sp>
        <p:nvSpPr>
          <p:cNvPr id="13" name="Shape 7"/>
          <p:cNvSpPr/>
          <p:nvPr/>
        </p:nvSpPr>
        <p:spPr>
          <a:xfrm>
            <a:off x="661475" y="4358382"/>
            <a:ext cx="25399" cy="727670"/>
          </a:xfrm>
          <a:prstGeom prst="roundRect">
            <a:avLst>
              <a:gd name="adj" fmla="val 50001"/>
            </a:avLst>
          </a:prstGeom>
          <a:solidFill>
            <a:srgbClr val="1D1D1B"/>
          </a:solidFill>
          <a:ln/>
        </p:spPr>
      </p:sp>
      <p:sp>
        <p:nvSpPr>
          <p:cNvPr id="14" name="Text 8"/>
          <p:cNvSpPr/>
          <p:nvPr/>
        </p:nvSpPr>
        <p:spPr>
          <a:xfrm>
            <a:off x="661475" y="529867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Code: </a:t>
            </a:r>
            <a:r>
              <a:rPr lang="en-IN" sz="1600" dirty="0">
                <a:highlight>
                  <a:srgbClr val="EFEFEF"/>
                </a:highlight>
              </a:rPr>
              <a:t>github.com/meharmarwah07/</a:t>
            </a:r>
            <a:r>
              <a:rPr lang="en-IN" sz="1600" dirty="0" err="1">
                <a:highlight>
                  <a:srgbClr val="EFEFEF"/>
                </a:highlight>
              </a:rPr>
              <a:t>PrismHack</a:t>
            </a:r>
            <a:r>
              <a:rPr lang="en-IN" sz="1600" dirty="0">
                <a:highlight>
                  <a:srgbClr val="EFEFEF"/>
                </a:highlight>
              </a:rPr>
              <a:t>-Patiala-Baabes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Widescreen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Tomorrow SemiBold</vt:lpstr>
      <vt:lpstr>Arial</vt:lpstr>
      <vt:lpstr>Tomorrow</vt:lpstr>
      <vt:lpstr>Tomorrow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Mehar Marwah</cp:lastModifiedBy>
  <cp:revision>2</cp:revision>
  <dcterms:created xsi:type="dcterms:W3CDTF">2026-09-30T17:38:01Z</dcterms:created>
  <dcterms:modified xsi:type="dcterms:W3CDTF">2026-09-30T17:47:43Z</dcterms:modified>
</cp:coreProperties>
</file>